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KubeQuest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83280"/>
            <a:ext cx="39593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Projet Epitech — Follow-up du 29 avril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</a:rPr>
              <a:t>Kubernetes Production-Grade sur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4 VMs Amazon Linux 2023 — ARM64 / eu-west-1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56032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4475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kube-1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4708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10.1.24.122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402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Control Plane + Worker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56032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41732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44475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kube-2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4708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10.1.24.126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2402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Worker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256032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44475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84708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10.1.24.74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2402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Ingress Controller
(NoSchedule taint)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417320"/>
            <a:ext cx="256032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141732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44475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184708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10.1.24.68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22402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Stack Observabilité
(NoSchedule taint)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Les VMs s'éteignent automatiquement chaque soir — IPs privées stables, IPs publiques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17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K3s v1.29.3+k3s1  •  Helm v3.20.1  •  kustomize v5.8.1  •  kubectx/kubens v0.9.5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0 — Cluster K3s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Réalisations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530352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✓  K3s v1.29.3 installé sur kube-1 (Control Plane)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✓  3 workers joints au cluster (kube-2, ingress, monitoring)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✓  Taints &amp; Node Labels configurés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✓  Helm, kustomize, kubectx installés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✓  4 noeuds en état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Problèmes résolus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64208"/>
            <a:ext cx="530352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556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!  curl-minimal vs curl → --skip-broken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50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!  kubectx x86/arm64 → auto-détection uname -m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443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!  K3s token case-sensitive (K majuscule)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387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!  Swap désactivé manuellement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11430000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828032"/>
            <a:ext cx="1143000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kube-1 Ready  control-plane,master    kube-2 Ready  worker    ingress Ready  ingress    monitoring Ready 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Services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5 Helm releases — toutes DEPLOYED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103120" cy="28346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10312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44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nginx-ingress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ns: ingress-nginx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ingress node
hostNetwork: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325880"/>
            <a:ext cx="2103120" cy="28346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325880"/>
            <a:ext cx="210312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344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1691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kube-prometheus
+ 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377440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ns: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76148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monitoring node
Prometheus + Loki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1325880"/>
            <a:ext cx="2103120" cy="28346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1325880"/>
            <a:ext cx="210312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199" y="1344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1691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Loki + Promtail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2377440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ns: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276148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monitoring node
Persistence 5Gi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79" y="1325880"/>
            <a:ext cx="2103120" cy="28346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79" y="1325880"/>
            <a:ext cx="210312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344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1691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Kubernetes
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377440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ns: kubernetes-dashboard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9" y="276148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monitoring node
HTTPS / TLS + Kong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325880"/>
            <a:ext cx="2103120" cy="28346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325880"/>
            <a:ext cx="2103120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344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69164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App Laravel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77440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ns: kubequest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76148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kube-1 / kube-2
2 replicas + HPA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97680"/>
            <a:ext cx="11430000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4074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Accès (via /etc/hosts → IP publique ingress node)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http://app.kubequest.local  →  200 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http://grafana.kubequest.local  →  302 login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https://dashboard.kubequest.local  →  200 OK (TLS)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Application Laravel — Helm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DEPLOYED — namespace: kubequest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2 replicas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PodAntiAffinity (kube-1 &amp; kube-2)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98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Rolling update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57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356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470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Min: 2 / Max: 5 replicas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225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CPU threshold: 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98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Scale up &amp; 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65760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57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356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470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StatefulSet avec PVC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225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DB backup via CronJob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980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Secret pour credentials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31920"/>
            <a:ext cx="365760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3657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074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app.kubequest.local → port 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828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Nginx-ingress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931920"/>
            <a:ext cx="3657600" cy="219456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931920"/>
            <a:ext cx="365760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9959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4074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TLS dashboard (auto-signé)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8828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RBAC ServiceAccount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35838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Secrets Kubernetes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Observabilité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Prometheus · Grafana · Loki · Alertmanager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32918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288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Scraping métriques cluster
Kube state + Node exporter
Rétention: 15j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560320" cy="32918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288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Dashboards pré-configurés
Datasources: Prometheus (default)
+ Loki (secondaire)
URL: grafana.kubequest.local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560320" cy="32918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Loki + Promtail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8288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Agrégation logs pods
Persistence 5Gi
Promtail DaemonSet
sur tous les noeuds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371600"/>
            <a:ext cx="2560320" cy="32918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371600"/>
            <a:ext cx="25603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417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8288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Alertes CPU / Mémoire
Intégré dans kube-prometheus-stack
Webhook configurable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28032"/>
            <a:ext cx="11430000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37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Problème résolu : Conflit isDefault Prometheus/Loki → isDefault: false sur Loki + patch ConfigMap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État des Helm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5 releases actives — toutes DEPLOYED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371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11430000" cy="56692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83080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37943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ingress-nginx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837943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ingress-nginx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837943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37943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ingress-nginx-4.15.1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837943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deployed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50008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350008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04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kube-prometheus-stack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4048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40487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04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kube-prometheus-stack-82.14.1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40487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deployed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16936"/>
            <a:ext cx="11430000" cy="56692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916936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718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loki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9718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97180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9718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loki-stack-2.10.3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9718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deployed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483863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483863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38727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kubernetes-dashboard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538727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kubernetes-dashboard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538727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538727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kubernetes-dashboard-7.14.0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538727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deployed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50791"/>
            <a:ext cx="11430000" cy="56692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050791"/>
            <a:ext cx="114300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10565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kubequest-app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10565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10565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10565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kubequest-app-0.1.0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10565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deployed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09160"/>
            <a:ext cx="1143000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helm list -A   |   kubectl get pods -A   |   kubectl get ingress -A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Roadmap Phase 2 — Sécurité &amp; GitOps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2062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— Sécurité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OPA Gatekeeper — policies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Dex + oauth2-proxy — SSO / OIDC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Network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96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Pod Security 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57600" cy="42062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5760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356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 — GitOps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ArgoCD ou Flux 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3288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GitOps workflow (PR → deploy)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9125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Kustomize overlays prod/staging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8496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Sealed Secrets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657600" cy="4206240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65760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4356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4 — Tests &amp; Démo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stress-test.sh → déclencher HPA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53288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broken-deploy.sh → démo 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19125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full-deploy.sh depuis zéro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496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→  Documentation finale Epitech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Récapitulatif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417320"/>
            <a:ext cx="39593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745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7099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Cluster K3s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099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4 noeuds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12745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243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Services Infra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243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5 Helm releases déployées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112745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387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5387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Laravel +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387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HPA + PodAntiAffinity + Ingress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12745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4531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Prometheus + Grafana + Loki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531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Dashboards + Logs actifs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11274552" cy="7772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675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À venir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3675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Sécurité + GitOps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67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OPA · Dex · ArgoCD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KubeQuest — Epitech Project  •  29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